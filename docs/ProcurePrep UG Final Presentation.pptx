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00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ProcurePrep 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C4A35A"/>
                </a:solidFill>
                <a:latin typeface="Calibri"/>
              </a:rPr>
              <a:t>AI-Native SME Procurement-Preparation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BSE4104  ·  Makerere University  ·  2026/2027
Nasiwa Hafswa  ·  Armand Shematsi  ·  Ainembabazi Kiiza Davis  ·  Alvin Mayega Kenneth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1. Problem and target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User: SME procurement officer or owner-manager in Uganda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Pain: stock checks and quote comparison are done by hand — late reorders, expired quotes, cash locked in MOQs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Task: prepare one purchase, not run a national e-procurement platform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Workflow: inventory → reorder check → quotation comparison → draft requisition → human approval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Why AI: tradeoff explanation and drafting; not threshold math or spend authorization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2. Where AI stops — the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AI may: compare quotes, explain risks, draft a requisition, choose the next approved tool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Python must: decide reorder (current_stock &lt; threshold), validate quotes, enforce the tool allow-list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Human must: confirm routing and make the buying decision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The agent must not: purchase, pay, award a supplier, or issue a purchase order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This is the Week 1 AI Boundary Matrix, kept through Week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3. Eight-week architecture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Week 2 — Gemini + versioned prompts; 10-case comparison baseline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Week 3 — RAG over a 12-document SME corpus with source citations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Week 4 — Four tools; human gate on route_requisition_for_approval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Week 5 — Bounded Sense → Plan → Act → Observe → Stop loop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Week 6 — Explicit session state, justified memory, MCP-style interface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Week 7 — 32-scenario evaluation, traces, guardrails, failure catalogue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 Week 8 — Hardened README, final report, this demonstration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4. Live success — prepare a draft (ITEM-004)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Thermal POS Receipt Rolls: stock 5 / threshold 25 → deficit 20 cartons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Quotes: Q-107 UGX 45,000 (valid) and Q-108 UGX 48,000 (valid)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Agent drafts on cheapest valid quote Q-107 — status stays DRAFT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No routing unless the officer asks and confirms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State clearly in the viva: no purchase order was created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972800" cy="640080"/>
          </a:xfrm>
          <a:prstGeom prst="roundRect">
            <a:avLst/>
          </a:prstGeom>
          <a:solidFill>
            <a:srgbClr val="23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onsolas"/>
              </a:rPr>
              <a:t>  python src/bounded_agent.py --item ITEM-004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5. Evidence view — evaluation and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Week 7 suite: 32 scenarios, 32 passed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Categories: normal, edge, incorrect information, adversarial, tool-failure, unauthorized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Criteria: task completion, tool selection, instruction following, safety, latency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Each ACT is logged with session_id, tool, latency_ms and outcome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Open results/week7_evaluation.md or results/traces/week7_eval.jsonl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972800" cy="640080"/>
          </a:xfrm>
          <a:prstGeom prst="roundRect">
            <a:avLst/>
          </a:prstGeom>
          <a:solidFill>
            <a:srgbClr val="23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onsolas"/>
              </a:rPr>
              <a:t>  python scripts/run_week7_evaluation.py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6. Real failure and recovery — ITEM-005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Cheapest quote Q-109 (UGX 38,000) expired on 2026-08-15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create_requisition_draft returns QUOTATION_EXPIRED — validation is Python, not the model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Observer excludes Q-109; planner re-plans onto valid Q-110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This is the required Week 5 failure/recovery trace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Residual RAG limit: F-01 false [MISSING TERMS] was a prompt issue, not this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972800" cy="640080"/>
          </a:xfrm>
          <a:prstGeom prst="roundRect">
            <a:avLst/>
          </a:prstGeom>
          <a:solidFill>
            <a:srgbClr val="23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onsolas"/>
              </a:rPr>
              <a:t>  python src/bounded_agent.py --item ITEM-005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7. Guardrails and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Tool allow-list of four names — award_contract is UNKNOWN_TOOL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Roles: only procurement_officer / store_manager; vendors are rejected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Routing requires explicit human confirmation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Injection strings (ignore instructions, award, approve payment, DROP TABLE) are blocked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Lesson: keep spend decisions out of the model; evaluate fail-closed behaviour, not only the happy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8. Known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Small 12-chunk corpus — RAG top-4 can be noisy for price questions (use CSV tools)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F-01 / F-02 prompt fixes were not fully re-run on live Gemini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Human approval is CLI-only; memory is a local JSON file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MCP adapter is in-process, not a networked server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Gemini is required for Weeks 2–4; Weeks 5–7 run without an API 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8000"/>
            <a:ext cx="12191695" cy="32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  ProcurePrep UG  ·  BSE4104  ·  Makerere University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9. How to run (see the run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Create a venv, install requirements.txt, copy .env.example to .env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Set GEMINI_API_KEY only if you need Week 2/3/4 Gemini features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Demo without API key: bounded agent ITEM-004 then ITEM-005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Tests: python -m unittest discover -s tests -q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Full commands are in: How to Run ProcurePrep UG.docx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972800" cy="640080"/>
          </a:xfrm>
          <a:prstGeom prst="roundRect">
            <a:avLst/>
          </a:prstGeom>
          <a:solidFill>
            <a:srgbClr val="23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Consolas"/>
              </a:rPr>
              <a:t>  python -m unittest discover -s tests -q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000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4A35A"/>
                </a:solidFill>
                <a:latin typeface="Calibri"/>
              </a:rPr>
              <a:t>Build the smallest useful agentic system that you can test, explain and safely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